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0" y="0"/>
          <a:ext cx="3657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1371600">
                <a:tc>
                  <a:txBody>
                    <a:bodyPr/>
                    <a:lstStyle/>
                    <a:p>
                      <a:r>
                        <a:t>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Pros</a:t>
                      </a:r>
                    </a:p>
                  </a:txBody>
                  <a:tcPr/>
                </a:tc>
              </a:tr>
              <a:tr h="1371600">
                <a:tc>
                  <a:txBody>
                    <a:bodyPr/>
                    <a:lstStyle/>
                    <a:p>
                      <a:r>
                        <a:t>go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 down together</a:t>
                      </a:r>
                      <a:r>
                        <a:rPr>
                          <a:solidFill>
                            <a:srgbClr val="FF0000"/>
                          </a:solidFill>
                        </a:rPr>
                        <a:t>FFFFFFFF</a:t>
                      </a:r>
                    </a:p>
                    <a:p>
                      <a:r>
                        <a:t>1234567981231dsa5fasdf4saf5as4dfas4d5f456sd4fsa64</a:t>
                      </a:r>
                    </a:p>
                    <a:p>
                      <a:r>
                        <a:t>165sad4f65sad4fasd54f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0" y="0"/>
          <a:ext cx="0" cy="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0"/>
                <a:gridCol w="0"/>
              </a:tblGrid>
              <a:tr h="0">
                <a:tc>
                  <a:txBody>
                    <a:bodyPr/>
                    <a:lstStyle/>
                    <a:p>
                      <a:r>
                        <a:t>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t>go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 down togetherFFFFFFFF</a:t>
                      </a:r>
                    </a:p>
                    <a:p>
                      <a:r>
                        <a:t>1234567981231dsa5fasdf4saf5as4dfas4d5f456sd4fsa64</a:t>
                      </a:r>
                    </a:p>
                    <a:p>
                      <a:r>
                        <a:t>165sad4f65sad4fasd54f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